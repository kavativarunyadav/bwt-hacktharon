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4345A-1819-2161-58E9-79156F18B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826" y="0"/>
            <a:ext cx="12192000" cy="1866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E318EF-8E3C-7EAA-5EC8-2F213BCE23C6}"/>
              </a:ext>
            </a:extLst>
          </p:cNvPr>
          <p:cNvSpPr txBox="1"/>
          <p:nvPr/>
        </p:nvSpPr>
        <p:spPr>
          <a:xfrm flipH="1">
            <a:off x="963559" y="3283974"/>
            <a:ext cx="80526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M. KESHAVULU : 25MVCSMR0147</a:t>
            </a:r>
          </a:p>
          <a:p>
            <a:r>
              <a:rPr lang="en-IN" sz="2400" dirty="0"/>
              <a:t>K.VARUN             : 25MVCSMR0128</a:t>
            </a:r>
          </a:p>
          <a:p>
            <a:r>
              <a:rPr lang="en-IN" sz="2400" dirty="0"/>
              <a:t>M.V.YASWANTH REDDY:25MVCSMR0145</a:t>
            </a:r>
          </a:p>
          <a:p>
            <a:r>
              <a:rPr lang="en-IN" sz="2400" dirty="0"/>
              <a:t>S.ABHINAY          : 25MVCSMR0175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F78CF-6624-0571-8F2F-C7204ECFA790}"/>
              </a:ext>
            </a:extLst>
          </p:cNvPr>
          <p:cNvSpPr txBox="1"/>
          <p:nvPr/>
        </p:nvSpPr>
        <p:spPr>
          <a:xfrm>
            <a:off x="1563328" y="2467896"/>
            <a:ext cx="8731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TOPIC: EXAM PREPARATION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103908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41080" y="685800"/>
            <a:ext cx="2103120" cy="2103120"/>
          </a:xfrm>
          <a:prstGeom prst="ellipse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46920" y="2057400"/>
            <a:ext cx="1143000" cy="1143000"/>
          </a:xfrm>
          <a:prstGeom prst="ellipse">
            <a:avLst/>
          </a:prstGeom>
          <a:solidFill>
            <a:srgbClr val="43CDDC"/>
          </a:solidFill>
          <a:ln>
            <a:solidFill>
              <a:srgbClr val="4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01000" y="2834640"/>
            <a:ext cx="731520" cy="731520"/>
          </a:xfrm>
          <a:prstGeom prst="ellipse">
            <a:avLst/>
          </a:prstGeom>
          <a:solidFill>
            <a:srgbClr val="42BE91"/>
          </a:solidFill>
          <a:ln>
            <a:solidFill>
              <a:srgbClr val="42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43800" y="1325880"/>
            <a:ext cx="3566160" cy="292608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1719072"/>
            <a:ext cx="23774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F8FAFF"/>
                </a:solidFill>
                <a:latin typeface="Aptos"/>
              </a:defRPr>
            </a:pPr>
            <a:r>
              <a:t>STUDY</a:t>
            </a:r>
            <a:br/>
            <a:r>
              <a:t>SMARTER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6992" y="2743200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2724912"/>
            <a:ext cx="10058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43CDD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3182112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163824"/>
            <a:ext cx="10058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FFAE5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3621024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3602736"/>
            <a:ext cx="10058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42BE91"/>
                </a:solidFill>
                <a:latin typeface="Aptos"/>
              </a:defRPr>
            </a:pPr>
            <a:r>
              <a:t>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43CDDC"/>
                </a:solidFill>
                <a:latin typeface="Aptos"/>
              </a:defRPr>
            </a:pPr>
            <a:r>
              <a:t>MERN STACK HACKATHON  •  PROBLEM STATEMENT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65836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8FAFF"/>
                </a:solidFill>
                <a:latin typeface="Aptos"/>
              </a:defRPr>
            </a:pPr>
            <a:r>
              <a:t>Exam Preparation</a:t>
            </a:r>
            <a:br/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063240"/>
            <a:ext cx="61264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0">
                <a:solidFill>
                  <a:srgbClr val="B4C0D7"/>
                </a:solidFill>
                <a:latin typeface="Aptos"/>
              </a:defRPr>
            </a:pPr>
            <a:r>
              <a:t>Track study progress and test scores in one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005072"/>
            <a:ext cx="4389120" cy="594360"/>
          </a:xfrm>
          <a:prstGeom prst="round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169663"/>
            <a:ext cx="3931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8FA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806440"/>
            <a:ext cx="6400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8FAFF"/>
                </a:solidFill>
                <a:latin typeface="Aptos"/>
              </a:defRPr>
            </a:pPr>
            <a:r>
              <a:t>Presented by: K. Varun  |  Roll No: 25MVCSMR0128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6144768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B.Tech CSE (AI &amp; ML)  •  Malla Reddy Vishwavidhyapeeth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3CDDC"/>
                </a:solidFill>
                <a:latin typeface="Aptos"/>
              </a:defRPr>
            </a:pPr>
            <a:r>
              <a:t>01  •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8FAFF"/>
                </a:solidFill>
                <a:latin typeface="Aptos"/>
              </a:defRPr>
            </a:pPr>
            <a:r>
              <a:t>The problem — and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B4C0D7"/>
                </a:solidFill>
                <a:latin typeface="Aptos"/>
              </a:defRPr>
            </a:pPr>
            <a:r>
              <a:t>Students need a simple way to organise preparation and understand their progress.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31520" cy="50292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4C0D7"/>
                </a:solidFill>
                <a:latin typeface="Aptos"/>
              </a:defRPr>
            </a:pPr>
            <a: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212080" cy="34747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FAE5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526280" cy="201168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4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Study plans, topics and test scores can be scattered across notebooks and apps.</a:t>
            </a:r>
          </a:p>
          <a:p>
            <a:pPr>
              <a:spcAft>
                <a:spcPts val="14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It can be difficult to see which subjects need more attention.</a:t>
            </a:r>
          </a:p>
          <a:p>
            <a:pPr>
              <a:spcAft>
                <a:spcPts val="14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Progress over time may not be easy to track.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57800" cy="3474720"/>
          </a:xfrm>
          <a:prstGeom prst="roundRect">
            <a:avLst/>
          </a:prstGeom>
          <a:solidFill>
            <a:srgbClr val="1F394E"/>
          </a:solidFill>
          <a:ln>
            <a:solidFill>
              <a:srgbClr val="1F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35915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43CDDC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480560" cy="201168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4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A single dashboard for subjects, topics and practice tests.</a:t>
            </a:r>
          </a:p>
          <a:p>
            <a:pPr>
              <a:spcAft>
                <a:spcPts val="14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Store test scores and view progress at a glance.</a:t>
            </a:r>
          </a:p>
          <a:p>
            <a:pPr>
              <a:spcAft>
                <a:spcPts val="14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Use the summary to plan the next study session.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9601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43CDDC"/>
                </a:solidFill>
                <a:latin typeface="Aptos"/>
              </a:defRPr>
            </a:pPr>
            <a:r>
              <a:t>Core data: student • subject • topic • test •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3CDDC"/>
                </a:solidFill>
                <a:latin typeface="Aptos"/>
              </a:defRPr>
            </a:pPr>
            <a:r>
              <a:t>02  •  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8FAFF"/>
                </a:solidFill>
                <a:latin typeface="Aptos"/>
              </a:defRPr>
            </a:pPr>
            <a:r>
              <a:t>What the dashboard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B4C0D7"/>
                </a:solidFill>
                <a:latin typeface="Aptos"/>
              </a:defRPr>
            </a:pPr>
            <a:r>
              <a:t>Designed around the core requirements of Problem Statement 9.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31520" cy="50292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4C0D7"/>
                </a:solidFill>
                <a:latin typeface="Aptos"/>
              </a:defRPr>
            </a:pPr>
            <a: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429000" cy="14173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313432"/>
            <a:ext cx="438912" cy="438912"/>
          </a:xfrm>
          <a:prstGeom prst="ellipse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F3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0428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Subject &amp; topic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52927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Organise subjects and break each one into topics.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103120"/>
            <a:ext cx="3429000" cy="14173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09159" y="2313432"/>
            <a:ext cx="438912" cy="438912"/>
          </a:xfrm>
          <a:prstGeom prst="ellipse">
            <a:avLst/>
          </a:prstGeom>
          <a:solidFill>
            <a:srgbClr val="42BE91"/>
          </a:solidFill>
          <a:ln>
            <a:solidFill>
              <a:srgbClr val="42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F3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230428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Practice test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852927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Save test name, date, subject and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2103120"/>
            <a:ext cx="3429000" cy="14173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31352" y="2313432"/>
            <a:ext cx="438912" cy="438912"/>
          </a:xfrm>
          <a:prstGeom prst="ellipse">
            <a:avLst/>
          </a:prstGeom>
          <a:solidFill>
            <a:srgbClr val="8263EE"/>
          </a:solidFill>
          <a:ln>
            <a:solidFill>
              <a:srgbClr val="826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F3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30428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Progress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2852927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See completed topics and score trends at a glance.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429000" cy="14173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4096512"/>
            <a:ext cx="438912" cy="438912"/>
          </a:xfrm>
          <a:prstGeom prst="ellipse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F3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8736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Search &amp;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8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Find a subject, topic or test record quickly.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886200"/>
            <a:ext cx="3429000" cy="14173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09159" y="4096512"/>
            <a:ext cx="438912" cy="438912"/>
          </a:xfrm>
          <a:prstGeom prst="ellipse">
            <a:avLst/>
          </a:prstGeom>
          <a:solidFill>
            <a:srgbClr val="43CDDC"/>
          </a:solidFill>
          <a:ln>
            <a:solidFill>
              <a:srgbClr val="4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F3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408736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Edit &amp; delete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636008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Keep stored information accurate and up to date.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0183" y="3886200"/>
            <a:ext cx="3429000" cy="141732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31352" y="4096512"/>
            <a:ext cx="438912" cy="438912"/>
          </a:xfrm>
          <a:prstGeom prst="ellipse">
            <a:avLst/>
          </a:prstGeom>
          <a:solidFill>
            <a:srgbClr val="E2628F"/>
          </a:solidFill>
          <a:ln>
            <a:solidFill>
              <a:srgbClr val="E26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F3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408736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Student-friendly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4636008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4C0D7"/>
                </a:solidFill>
                <a:latin typeface="Aptos"/>
              </a:defRPr>
            </a:pPr>
            <a:r>
              <a:t>Simple navigation across dashboard sections.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89320"/>
            <a:ext cx="9601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43CDDC"/>
                </a:solidFill>
                <a:latin typeface="Aptos"/>
              </a:defRPr>
            </a:pPr>
            <a:r>
              <a:t>MVP focus: reliable CRUD operations and a clear progress 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3CDDC"/>
                </a:solidFill>
                <a:latin typeface="Aptos"/>
              </a:defRPr>
            </a:pPr>
            <a:r>
              <a:t>03  • 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8FAFF"/>
                </a:solidFill>
                <a:latin typeface="Aptos"/>
              </a:defRPr>
            </a:pPr>
            <a:r>
              <a:t>How a student uses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B4C0D7"/>
                </a:solidFill>
                <a:latin typeface="Aptos"/>
              </a:defRPr>
            </a:pPr>
            <a:r>
              <a:t>A short, predictable workflow keeps the focus on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31520" cy="50292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4C0D7"/>
                </a:solidFill>
                <a:latin typeface="Aptos"/>
              </a:defRPr>
            </a:pPr>
            <a:r>
              <a:t>04 / 07</a:t>
            </a:r>
          </a:p>
        </p:txBody>
      </p:sp>
      <p:sp>
        <p:nvSpPr>
          <p:cNvPr id="7" name="Oval 6"/>
          <p:cNvSpPr/>
          <p:nvPr/>
        </p:nvSpPr>
        <p:spPr>
          <a:xfrm>
            <a:off x="1417319" y="2331720"/>
            <a:ext cx="749808" cy="749808"/>
          </a:xfrm>
          <a:prstGeom prst="ellipse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F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21992" y="2660904"/>
            <a:ext cx="1463040" cy="54864"/>
          </a:xfrm>
          <a:prstGeom prst="rect">
            <a:avLst/>
          </a:prstGeom>
          <a:solidFill>
            <a:srgbClr val="4B5D82"/>
          </a:solidFill>
          <a:ln>
            <a:solidFill>
              <a:srgbClr val="4B5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Add subjects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94760"/>
            <a:ext cx="22402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B4C0D7"/>
                </a:solidFill>
                <a:latin typeface="Aptos"/>
              </a:defRPr>
            </a:pPr>
            <a:r>
              <a:t>Create the list of subjects for the semester.</a:t>
            </a:r>
          </a:p>
        </p:txBody>
      </p:sp>
      <p:sp>
        <p:nvSpPr>
          <p:cNvPr id="11" name="Oval 10"/>
          <p:cNvSpPr/>
          <p:nvPr/>
        </p:nvSpPr>
        <p:spPr>
          <a:xfrm>
            <a:off x="4251960" y="2331720"/>
            <a:ext cx="749808" cy="749808"/>
          </a:xfrm>
          <a:prstGeom prst="ellipse">
            <a:avLst/>
          </a:prstGeom>
          <a:solidFill>
            <a:srgbClr val="43CDDC"/>
          </a:solidFill>
          <a:ln>
            <a:solidFill>
              <a:srgbClr val="4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F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6632" y="2660904"/>
            <a:ext cx="1463040" cy="54864"/>
          </a:xfrm>
          <a:prstGeom prst="rect">
            <a:avLst/>
          </a:prstGeom>
          <a:solidFill>
            <a:srgbClr val="4B5D82"/>
          </a:solidFill>
          <a:ln>
            <a:solidFill>
              <a:srgbClr val="4B5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3310128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Add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94760"/>
            <a:ext cx="22402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B4C0D7"/>
                </a:solidFill>
                <a:latin typeface="Aptos"/>
              </a:defRPr>
            </a:pPr>
            <a:r>
              <a:t>Break subjects into manageable study topics.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2331720"/>
            <a:ext cx="749808" cy="749808"/>
          </a:xfrm>
          <a:prstGeom prst="ellipse">
            <a:avLst/>
          </a:prstGeom>
          <a:solidFill>
            <a:srgbClr val="42BE91"/>
          </a:solidFill>
          <a:ln>
            <a:solidFill>
              <a:srgbClr val="42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F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1271" y="2660904"/>
            <a:ext cx="1463040" cy="54864"/>
          </a:xfrm>
          <a:prstGeom prst="rect">
            <a:avLst/>
          </a:prstGeom>
          <a:solidFill>
            <a:srgbClr val="4B5D82"/>
          </a:solidFill>
          <a:ln>
            <a:solidFill>
              <a:srgbClr val="4B5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310128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Record a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22402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B4C0D7"/>
                </a:solidFill>
                <a:latin typeface="Aptos"/>
              </a:defRPr>
            </a:pPr>
            <a:r>
              <a:t>Enter test date, subject and score.</a:t>
            </a:r>
          </a:p>
        </p:txBody>
      </p:sp>
      <p:sp>
        <p:nvSpPr>
          <p:cNvPr id="19" name="Oval 18"/>
          <p:cNvSpPr/>
          <p:nvPr/>
        </p:nvSpPr>
        <p:spPr>
          <a:xfrm>
            <a:off x="9921240" y="2331720"/>
            <a:ext cx="749808" cy="749808"/>
          </a:xfrm>
          <a:prstGeom prst="ellipse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F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310128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Review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794760"/>
            <a:ext cx="22402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B4C0D7"/>
                </a:solidFill>
                <a:latin typeface="Aptos"/>
              </a:defRPr>
            </a:pPr>
            <a:r>
              <a:t>Check score summaries and decide what to revise.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166360"/>
            <a:ext cx="9875520" cy="566928"/>
          </a:xfrm>
          <a:prstGeom prst="roundRect">
            <a:avLst/>
          </a:prstGeom>
          <a:solidFill>
            <a:srgbClr val="1F394E"/>
          </a:solidFill>
          <a:ln>
            <a:solidFill>
              <a:srgbClr val="1F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5340096"/>
            <a:ext cx="9326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8FAFF"/>
                </a:solidFill>
                <a:latin typeface="Aptos"/>
              </a:defRPr>
            </a:pPr>
            <a:r>
              <a:t>Dashboard summary  →  Topics + test records  →  Progress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3CDDC"/>
                </a:solidFill>
                <a:latin typeface="Aptos"/>
              </a:defRPr>
            </a:pPr>
            <a:r>
              <a:t>04  •  INTERFACE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8FAFF"/>
                </a:solidFill>
                <a:latin typeface="Aptos"/>
              </a:defRPr>
            </a:pPr>
            <a:r>
              <a:t>A clean 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B4C0D7"/>
                </a:solidFill>
                <a:latin typeface="Aptos"/>
              </a:defRPr>
            </a:pPr>
            <a:r>
              <a:t>Illustrative UI layout for the proposed project — sample figures are for presentation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31520" cy="50292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4C0D7"/>
                </a:solidFill>
                <a:latin typeface="Aptos"/>
              </a:defRPr>
            </a:pPr>
            <a: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10835640" cy="3977639"/>
          </a:xfrm>
          <a:prstGeom prst="roundRect">
            <a:avLst/>
          </a:prstGeom>
          <a:solidFill>
            <a:srgbClr val="F1F5FD"/>
          </a:solidFill>
          <a:ln>
            <a:solidFill>
              <a:srgbClr val="F1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835640" cy="438912"/>
          </a:xfrm>
          <a:prstGeom prst="roundRect">
            <a:avLst/>
          </a:prstGeom>
          <a:solidFill>
            <a:srgbClr val="DEE6F6"/>
          </a:solidFill>
          <a:ln>
            <a:solidFill>
              <a:srgbClr val="D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093976"/>
            <a:ext cx="109728" cy="109728"/>
          </a:xfrm>
          <a:prstGeom prst="ellipse">
            <a:avLst/>
          </a:prstGeom>
          <a:solidFill>
            <a:srgbClr val="FF7373"/>
          </a:solidFill>
          <a:ln>
            <a:solidFill>
              <a:srgbClr val="FF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4712" y="2093976"/>
            <a:ext cx="109728" cy="109728"/>
          </a:xfrm>
          <a:prstGeom prst="ellipse">
            <a:avLst/>
          </a:prstGeom>
          <a:solidFill>
            <a:srgbClr val="FFBE55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53312" y="2093976"/>
            <a:ext cx="109728" cy="109728"/>
          </a:xfrm>
          <a:prstGeom prst="ellipse">
            <a:avLst/>
          </a:prstGeom>
          <a:solidFill>
            <a:srgbClr val="4EC489"/>
          </a:solidFill>
          <a:ln>
            <a:solidFill>
              <a:srgbClr val="4EC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83080" y="2084831"/>
            <a:ext cx="3931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F2B42"/>
                </a:solidFill>
                <a:latin typeface="Aptos"/>
              </a:defRPr>
            </a:pPr>
            <a:r>
              <a:t>Exam Preparation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587752"/>
            <a:ext cx="1874519" cy="306324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81635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43CDDC"/>
                </a:solidFill>
                <a:latin typeface="Aptos"/>
              </a:defRPr>
            </a:pPr>
            <a:r>
              <a:t>STUDYHUB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255264"/>
            <a:ext cx="1508760" cy="347472"/>
          </a:xfrm>
          <a:prstGeom prst="round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328416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F8FAF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03904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7939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754879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Practice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2697480"/>
            <a:ext cx="2331720" cy="91440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27832" y="2852928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4738F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832" y="3136392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4673F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2697480"/>
            <a:ext cx="2331720" cy="91440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33872" y="2852928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4738F"/>
                </a:solidFill>
                <a:latin typeface="Aptos"/>
              </a:defRPr>
            </a:pPr>
            <a:r>
              <a:t>TOPICS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3136392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42BE91"/>
                </a:solidFill>
                <a:latin typeface="Aptos"/>
              </a:defRPr>
            </a:pPr>
            <a:r>
              <a:t>24 / 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697480"/>
            <a:ext cx="2331720" cy="91440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2852928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4738F"/>
                </a:solidFill>
                <a:latin typeface="Aptos"/>
              </a:defRPr>
            </a:pPr>
            <a:r>
              <a:t>AVG.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136392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8263EE"/>
                </a:solidFill>
                <a:latin typeface="Aptos"/>
              </a:defRPr>
            </a:pPr>
            <a:r>
              <a:t>78%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3822191"/>
            <a:ext cx="4754880" cy="160020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10128" y="4005072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F2B42"/>
                </a:solidFill>
                <a:latin typeface="Aptos"/>
              </a:defRPr>
            </a:pPr>
            <a:r>
              <a:t>Study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4407408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1F2B42"/>
                </a:solidFill>
                <a:latin typeface="Aptos"/>
              </a:defRPr>
            </a:pPr>
            <a:r>
              <a:t>Mathematics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4425696"/>
            <a:ext cx="2240280" cy="109728"/>
          </a:xfrm>
          <a:prstGeom prst="roundRect">
            <a:avLst/>
          </a:prstGeom>
          <a:solidFill>
            <a:srgbClr val="E0E7F3"/>
          </a:solidFill>
          <a:ln>
            <a:solidFill>
              <a:srgbClr val="E0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681728" y="4425696"/>
            <a:ext cx="1613001" cy="109728"/>
          </a:xfrm>
          <a:prstGeom prst="round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0128" y="4727448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1F2B42"/>
                </a:solidFill>
                <a:latin typeface="Aptos"/>
              </a:defRPr>
            </a:pPr>
            <a:r>
              <a:t>DBMS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81728" y="4745736"/>
            <a:ext cx="2240280" cy="109728"/>
          </a:xfrm>
          <a:prstGeom prst="roundRect">
            <a:avLst/>
          </a:prstGeom>
          <a:solidFill>
            <a:srgbClr val="E0E7F3"/>
          </a:solidFill>
          <a:ln>
            <a:solidFill>
              <a:srgbClr val="E0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681728" y="4745736"/>
            <a:ext cx="1232154" cy="109728"/>
          </a:xfrm>
          <a:prstGeom prst="roundRect">
            <a:avLst/>
          </a:prstGeom>
          <a:solidFill>
            <a:srgbClr val="42BE91"/>
          </a:solidFill>
          <a:ln>
            <a:solidFill>
              <a:srgbClr val="42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10128" y="5047488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1F2B42"/>
                </a:solidFill>
                <a:latin typeface="Aptos"/>
              </a:defRPr>
            </a:pPr>
            <a:r>
              <a:t>Web Technology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81728" y="5065776"/>
            <a:ext cx="2240280" cy="109728"/>
          </a:xfrm>
          <a:prstGeom prst="roundRect">
            <a:avLst/>
          </a:prstGeom>
          <a:solidFill>
            <a:srgbClr val="E0E7F3"/>
          </a:solidFill>
          <a:ln>
            <a:solidFill>
              <a:srgbClr val="E0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681728" y="5065776"/>
            <a:ext cx="1881835" cy="109728"/>
          </a:xfrm>
          <a:prstGeom prst="roundRect">
            <a:avLst/>
          </a:prstGeom>
          <a:solidFill>
            <a:srgbClr val="8263EE"/>
          </a:solidFill>
          <a:ln>
            <a:solidFill>
              <a:srgbClr val="826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46720" y="3822191"/>
            <a:ext cx="3017520" cy="160020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20" y="4005072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F2B42"/>
                </a:solidFill>
                <a:latin typeface="Aptos"/>
              </a:defRPr>
            </a:pPr>
            <a:r>
              <a:t>Recent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407408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1F2B42"/>
                </a:solidFill>
                <a:latin typeface="Aptos"/>
              </a:defRPr>
            </a:pPr>
            <a:r>
              <a:t>Python Basics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407408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4673F5"/>
                </a:solidFill>
                <a:latin typeface="Aptos"/>
              </a:defRPr>
            </a:pPr>
            <a:r>
              <a:t>16 / 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727448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1F2B42"/>
                </a:solidFill>
                <a:latin typeface="Aptos"/>
              </a:defRPr>
            </a:pPr>
            <a:r>
              <a:t>DBMS Quiz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727448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4673F5"/>
                </a:solidFill>
                <a:latin typeface="Aptos"/>
              </a:defRPr>
            </a:pPr>
            <a:r>
              <a:t>18 / 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047488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1F2B42"/>
                </a:solidFill>
                <a:latin typeface="Aptos"/>
              </a:defRPr>
            </a:pPr>
            <a:r>
              <a:t>HTML &amp; CSS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5047488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4673F5"/>
                </a:solidFill>
                <a:latin typeface="Aptos"/>
              </a:defRPr>
            </a:pPr>
            <a:r>
              <a:t>15 / 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172200"/>
            <a:ext cx="10058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Suggested sections: Overview • Subjects • Topics • Practice Tests •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3CDDC"/>
                </a:solidFill>
                <a:latin typeface="Aptos"/>
              </a:defRPr>
            </a:pPr>
            <a:r>
              <a:t>05  •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8FAFF"/>
                </a:solidFill>
                <a:latin typeface="Aptos"/>
              </a:defRPr>
            </a:pPr>
            <a:r>
              <a:t>MERN 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B4C0D7"/>
                </a:solidFill>
                <a:latin typeface="Aptos"/>
              </a:defRPr>
            </a:pPr>
            <a:r>
              <a:t>React provides the interface, Express/Node handles requests, and MongoDB stores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31520" cy="50292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4C0D7"/>
                </a:solidFill>
                <a:latin typeface="Aptos"/>
              </a:defRPr>
            </a:pPr>
            <a: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834640" cy="132588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73152" cy="1325880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13432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673F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87752"/>
            <a:ext cx="24688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F8FA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2468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Dashboard, forms,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148840"/>
            <a:ext cx="2834640" cy="132588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2148840"/>
            <a:ext cx="73152" cy="1325880"/>
          </a:xfrm>
          <a:prstGeom prst="rect">
            <a:avLst/>
          </a:prstGeom>
          <a:solidFill>
            <a:srgbClr val="42BE91"/>
          </a:solidFill>
          <a:ln>
            <a:solidFill>
              <a:srgbClr val="42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313432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BE91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587752"/>
            <a:ext cx="24688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F8FAFF"/>
                </a:solidFill>
                <a:latin typeface="Aptos"/>
              </a:defRPr>
            </a:pPr>
            <a:r>
              <a:t>Node.js + 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08376"/>
            <a:ext cx="2468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Validation, routes, CRUD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148840"/>
            <a:ext cx="2834640" cy="132588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2148840"/>
            <a:ext cx="73152" cy="1325880"/>
          </a:xfrm>
          <a:prstGeom prst="rect">
            <a:avLst/>
          </a:prstGeom>
          <a:solidFill>
            <a:srgbClr val="8263EE"/>
          </a:solidFill>
          <a:ln>
            <a:solidFill>
              <a:srgbClr val="826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2313432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8263E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87752"/>
            <a:ext cx="24688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F8FA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008376"/>
            <a:ext cx="2468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B4C0D7"/>
                </a:solidFill>
                <a:latin typeface="Aptos"/>
              </a:defRPr>
            </a:pPr>
            <a:r>
              <a:t>Students, subjects, topics,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6334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43CDDC"/>
                </a:solidFill>
                <a:latin typeface="Aptos"/>
              </a:defRPr>
            </a:pPr>
            <a:r>
              <a:t>REST API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944368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B4C0D7"/>
                </a:solidFill>
                <a:latin typeface="Aptos"/>
              </a:defRPr>
            </a:pPr>
            <a:r>
              <a:t>← JSON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6334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43CDDC"/>
                </a:solidFill>
                <a:latin typeface="Aptos"/>
              </a:defRPr>
            </a:pPr>
            <a:r>
              <a:t>DB queries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944368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B4C0D7"/>
                </a:solidFill>
                <a:latin typeface="Aptos"/>
              </a:defRPr>
            </a:pPr>
            <a:r>
              <a:t>←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10287000" cy="1234440"/>
          </a:xfrm>
          <a:prstGeom prst="roundRect">
            <a:avLst/>
          </a:prstGeom>
          <a:solidFill>
            <a:srgbClr val="1F394E"/>
          </a:solidFill>
          <a:ln>
            <a:solidFill>
              <a:srgbClr val="1F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4315968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43CDDC"/>
                </a:solidFill>
                <a:latin typeface="Aptos"/>
              </a:defRPr>
            </a:pPr>
            <a:r>
              <a:t>CORE DATA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297680"/>
            <a:ext cx="7223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F8FAFF"/>
                </a:solidFill>
                <a:latin typeface="Aptos"/>
              </a:defRPr>
            </a:pPr>
            <a:r>
              <a:t>Student  •  Subject  •  Topic  •  Test  • 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754880"/>
            <a:ext cx="795527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B4C0D7"/>
                </a:solidFill>
                <a:latin typeface="Aptos"/>
              </a:defRPr>
            </a:pPr>
            <a:r>
              <a:t>CRUD operations: Create • Read • Update • 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715000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8FAFF"/>
                </a:solidFill>
                <a:latin typeface="Aptos"/>
              </a:defRPr>
            </a:pPr>
            <a:r>
              <a:t>Optional enhancements: authentication, role-based access and data visualisation.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3CDDC"/>
                </a:solidFill>
                <a:latin typeface="Aptos"/>
              </a:defRPr>
            </a:pPr>
            <a:r>
              <a:t>06  • 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8FAFF"/>
                </a:solidFill>
                <a:latin typeface="Aptos"/>
              </a:defRPr>
            </a:pPr>
            <a:r>
              <a:t>From scattered study records to clear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B4C0D7"/>
                </a:solidFill>
                <a:latin typeface="Aptos"/>
              </a:defRPr>
            </a:pPr>
            <a:r>
              <a:t>The demo should show the core workflow and explain how the project helps students.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31520" cy="50292"/>
          </a:xfrm>
          <a:prstGeom prst="rect">
            <a:avLst/>
          </a:prstGeom>
          <a:solidFill>
            <a:srgbClr val="4673F5"/>
          </a:solidFill>
          <a:ln>
            <a:solidFill>
              <a:srgbClr val="467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4C0D7"/>
                </a:solidFill>
                <a:latin typeface="Aptos"/>
              </a:defRPr>
            </a:pPr>
            <a:r>
              <a:t>07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074920" cy="3429000"/>
          </a:xfrm>
          <a:prstGeom prst="roundRect">
            <a:avLst/>
          </a:prstGeom>
          <a:solidFill>
            <a:srgbClr val="1E2B49"/>
          </a:solidFill>
          <a:ln>
            <a:solidFill>
              <a:srgbClr val="1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43CDDC"/>
                </a:solidFill>
                <a:latin typeface="Aptos"/>
              </a:defRPr>
            </a:pPr>
            <a:r>
              <a:t>DEMO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07792"/>
            <a:ext cx="4297680" cy="214884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700"/>
              </a:spcAft>
              <a:defRPr sz="1500" b="0">
                <a:solidFill>
                  <a:srgbClr val="F8FAFF"/>
                </a:solidFill>
                <a:latin typeface="Aptos"/>
              </a:defRPr>
            </a:pPr>
            <a:r>
              <a:t>✓  Add a subject and topic</a:t>
            </a:r>
          </a:p>
          <a:p>
            <a:pPr>
              <a:spcAft>
                <a:spcPts val="1700"/>
              </a:spcAft>
              <a:defRPr sz="1500" b="0">
                <a:solidFill>
                  <a:srgbClr val="F8FAFF"/>
                </a:solidFill>
                <a:latin typeface="Aptos"/>
              </a:defRPr>
            </a:pPr>
            <a:r>
              <a:t>✓  Record a practice-test score</a:t>
            </a:r>
          </a:p>
          <a:p>
            <a:pPr>
              <a:spcAft>
                <a:spcPts val="1700"/>
              </a:spcAft>
              <a:defRPr sz="1500" b="0">
                <a:solidFill>
                  <a:srgbClr val="F8FAFF"/>
                </a:solidFill>
                <a:latin typeface="Aptos"/>
              </a:defRPr>
            </a:pPr>
            <a:r>
              <a:t>✓  Edit or delete a saved record</a:t>
            </a:r>
          </a:p>
          <a:p>
            <a:pPr>
              <a:spcAft>
                <a:spcPts val="1700"/>
              </a:spcAft>
              <a:defRPr sz="1500" b="0">
                <a:solidFill>
                  <a:srgbClr val="F8FAFF"/>
                </a:solidFill>
                <a:latin typeface="Aptos"/>
              </a:defRPr>
            </a:pPr>
            <a:r>
              <a:t>✓  View the progress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257800" cy="3429000"/>
          </a:xfrm>
          <a:prstGeom prst="roundRect">
            <a:avLst/>
          </a:prstGeom>
          <a:solidFill>
            <a:srgbClr val="1F394E"/>
          </a:solidFill>
          <a:ln>
            <a:solidFill>
              <a:srgbClr val="1F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359152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FAE5B"/>
                </a:solidFill>
                <a:latin typeface="Aptos"/>
              </a:defRPr>
            </a:pPr>
            <a:r>
              <a:t>VALUE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07792"/>
            <a:ext cx="4434840" cy="214884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F8FAFF"/>
                </a:solidFill>
                <a:latin typeface="Aptos"/>
              </a:defRPr>
            </a:pPr>
            <a:r>
              <a:t>Benefit: one place to track subjects, topics and test scores.</a:t>
            </a:r>
          </a:p>
          <a:p>
            <a:pPr>
              <a:spcAft>
                <a:spcPts val="1300"/>
              </a:spcAft>
              <a:defRPr sz="1400" b="0">
                <a:solidFill>
                  <a:srgbClr val="F8FAFF"/>
                </a:solidFill>
                <a:latin typeface="Aptos"/>
              </a:defRPr>
            </a:pPr>
            <a:r>
              <a:t>Future: reminders and personalised revision suggestions.</a:t>
            </a:r>
          </a:p>
          <a:p>
            <a:pPr>
              <a:spcAft>
                <a:spcPts val="1300"/>
              </a:spcAft>
              <a:defRPr sz="1400" b="0">
                <a:solidFill>
                  <a:srgbClr val="F8FAFF"/>
                </a:solidFill>
                <a:latin typeface="Aptos"/>
              </a:defRPr>
            </a:pPr>
            <a:r>
              <a:t>Future: charts for score trends and topic completion.</a:t>
            </a:r>
          </a:p>
          <a:p>
            <a:pPr>
              <a:spcAft>
                <a:spcPts val="1300"/>
              </a:spcAft>
              <a:defRPr sz="1400" b="0">
                <a:solidFill>
                  <a:srgbClr val="F8FAFF"/>
                </a:solidFill>
                <a:latin typeface="Aptos"/>
              </a:defRPr>
            </a:pPr>
            <a:r>
              <a:t>Future: secure student accounts and exportable reports.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5029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F8FAFF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27648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B4C0D7"/>
                </a:solidFill>
                <a:latin typeface="Aptos"/>
              </a:defRPr>
            </a:pPr>
            <a:r>
              <a:t>Project scope based on Hackathon Problem Statement 9: Exam Preparation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0DBD1-89D5-DC8F-C371-E9F9F0CC4425}"/>
              </a:ext>
            </a:extLst>
          </p:cNvPr>
          <p:cNvSpPr txBox="1"/>
          <p:nvPr/>
        </p:nvSpPr>
        <p:spPr>
          <a:xfrm>
            <a:off x="3618271" y="3234813"/>
            <a:ext cx="3162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51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692</Words>
  <Application>Microsoft Office PowerPoint</Application>
  <PresentationFormat>Widescreen</PresentationFormat>
  <Paragraphs>137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Varun Kavati</dc:creator>
  <cp:keywords/>
  <dc:description>generated using python-pptx</dc:description>
  <cp:lastModifiedBy>Varun Kavati</cp:lastModifiedBy>
  <cp:revision>2</cp:revision>
  <dcterms:created xsi:type="dcterms:W3CDTF">2013-01-27T09:14:16Z</dcterms:created>
  <dcterms:modified xsi:type="dcterms:W3CDTF">2026-10-10T05:04:50Z</dcterms:modified>
  <cp:category/>
</cp:coreProperties>
</file>